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3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0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89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4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6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76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0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95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3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5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D3F2A7-78DB-4FBD-BC8A-8CECE580E40D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BE9B849-5C6D-4801-9861-47EE00589DA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25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58EC9-1E4B-617E-DE03-86F4FA9831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Cardiovascular Disease (CVD) Risk and Recommender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1D54C-5FDC-B1AA-2045-A3C317844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622 Project </a:t>
            </a:r>
            <a:r>
              <a:rPr lang="en-US" dirty="0" err="1"/>
              <a:t>mvp</a:t>
            </a:r>
            <a:r>
              <a:rPr lang="en-US" dirty="0"/>
              <a:t> presentation</a:t>
            </a:r>
          </a:p>
          <a:p>
            <a:r>
              <a:rPr lang="en-US" dirty="0"/>
              <a:t>Lawrence </a:t>
            </a:r>
            <a:r>
              <a:rPr lang="en-US" dirty="0" err="1"/>
              <a:t>yu</a:t>
            </a:r>
            <a:r>
              <a:rPr lang="en-US" dirty="0"/>
              <a:t>, Brandon Chung, Leslie Tavarez, Alina </a:t>
            </a:r>
            <a:r>
              <a:rPr lang="en-US" dirty="0" err="1"/>
              <a:t>Vikhnevich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98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14C0-4867-5463-23F1-EFE6EF55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0C05-417E-574D-9190-695E66050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4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25BA-5F5E-D1F2-CEDD-A21CFEF9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982EF-8554-49C1-E227-952E00753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4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128C-F5B7-22E1-A95F-6462C01B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Remaining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CDF4C-4B69-0E3D-A244-7827F0DF0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4911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30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Cardiovascular Disease (CVD) Risk and Recommender</vt:lpstr>
      <vt:lpstr>The Problem</vt:lpstr>
      <vt:lpstr>Proposed Solution</vt:lpstr>
      <vt:lpstr>Challenges Remaining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Chung</dc:creator>
  <cp:lastModifiedBy>Brandon Chung</cp:lastModifiedBy>
  <cp:revision>1</cp:revision>
  <dcterms:created xsi:type="dcterms:W3CDTF">2026-04-11T14:52:15Z</dcterms:created>
  <dcterms:modified xsi:type="dcterms:W3CDTF">2026-04-11T15:31:10Z</dcterms:modified>
</cp:coreProperties>
</file>